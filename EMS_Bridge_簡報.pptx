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73152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EMS Bridge 個案資訊銜接平台</a:t>
            </a:r>
          </a:p>
          <a:p>
            <a:pPr>
              <a:spcBef>
                <a:spcPts val="1600"/>
              </a:spcBef>
              <a:defRPr sz="1800">
                <a:solidFill>
                  <a:srgbClr val="94A3B8"/>
                </a:solidFill>
                <a:latin typeface="Microsoft JhengHei"/>
              </a:defRPr>
            </a:pPr>
            <a:r>
              <a:t>跨單位智慧醫療防護網：消防院前救護 ✕ 醫院急診處置 ✕ 社區衛生所追蹤</a:t>
            </a:r>
          </a:p>
          <a:p>
            <a:pPr>
              <a:spcBef>
                <a:spcPts val="2400"/>
              </a:spcBef>
              <a:defRPr sz="1400" b="1">
                <a:solidFill>
                  <a:srgbClr val="0284C7"/>
                </a:solidFill>
                <a:latin typeface="Microsoft JhengHei"/>
              </a:defRPr>
            </a:pPr>
            <a:r>
              <a:t>💬 整合 LINE 即時推播通知 ｜ 🔐 嚴密帳號權限與病人個資隱私防護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JhengHei"/>
              </a:defRPr>
            </a:pPr>
            <a:r>
              <a:t>CORE VALUE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平台定位與核心價值：解決跨單位資訊斷層與資安隱私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Microsoft JhengHei"/>
              </a:defRPr>
            </a:pPr>
            <a:r>
              <a:t>傳統痛點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🚫 資訊斷層與隱私疑慮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救護與醫院紀錄未即時連線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缺乏出院後續社區公衛追蹤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個資外洩風險與紙本傳遞隱憂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人工打電話聯繫慢、行政繁瑣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Microsoft JhengHei"/>
              </a:defRPr>
            </a:pPr>
            <a:r>
              <a:t>EMS Bridge 解決方案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⚡ 零時差 LINE 即時推播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EMS 起單後 ➜ 自動 LINE 訊息通知醫院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醫院回報後 ➜ 自動 LINE 訊息通知衛生所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WebSocket 秒級雙向同步更新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打破公文延遲，訊息第一時間送達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9164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Microsoft JhengHei"/>
              </a:defRPr>
            </a:pPr>
            <a:r>
              <a:t>隱私與安全機制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🔐 帳密認證嚴格保護個資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未登入者「嚴格禁止」查看個案詳情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需具備授權帳號密碼登入方可解鎖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身分證字號與姓名自動脫敏遮罩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14天重複送醫自動勾稽高風險個案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JhengHei"/>
              </a:defRPr>
            </a:pPr>
            <a:r>
              <a:t>WORKFLOW &amp; LINE NOTIFICATION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端對端閉環流程：整合 LINE 即時推播與帳密安全防護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822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Step 1｜EMS 院前通報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🚑 救護人員起單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填寫病患主訴與現場補充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國土圖資自動定位里別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同日重複起單防呆提醒</a:t>
            </a:r>
          </a:p>
          <a:p>
            <a:pPr>
              <a:spcBef>
                <a:spcPts val="500"/>
              </a:spcBef>
              <a:defRPr sz="1150" b="1">
                <a:solidFill>
                  <a:srgbClr val="10B981"/>
                </a:solidFill>
                <a:latin typeface="Microsoft JhengHei"/>
              </a:defRPr>
            </a:pPr>
            <a:r>
              <a:t>💬【LINE自動通知】發送推播至醫院急診準備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645920"/>
            <a:ext cx="256032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373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Step 2｜醫院端處置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0604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🏥 急診醫療回報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登入帳號檢視病患完整資料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填寫初步診斷與治療處置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回報動向(留觀/住院/返家)</a:t>
            </a:r>
          </a:p>
          <a:p>
            <a:pPr>
              <a:spcBef>
                <a:spcPts val="500"/>
              </a:spcBef>
              <a:defRPr sz="1150" b="1">
                <a:solidFill>
                  <a:srgbClr val="10B981"/>
                </a:solidFill>
                <a:latin typeface="Microsoft JhengHei"/>
              </a:defRPr>
            </a:pPr>
            <a:r>
              <a:t>💬【LINE自動通知】回報完成發送推播至衛生所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45920"/>
            <a:ext cx="256032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7373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Step 3｜衛生所追蹤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0604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🏢 社區公衛接力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出院個案無縫轉介名單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登入帳密查閱診斷與病歷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公衛護理師家電或家訪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上傳長照/防跌訪視評估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1645920"/>
            <a:ext cx="256032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7373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Step 4｜管理與結案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0604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🛡️ 決策追蹤閉環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流程審核與正式結案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14天重複送醫警示分析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全維度 KPI 看板監控</a:t>
            </a:r>
          </a:p>
          <a:p>
            <a:pPr>
              <a:spcBef>
                <a:spcPts val="500"/>
              </a:spcBef>
              <a:defRPr sz="1150">
                <a:solidFill>
                  <a:srgbClr val="475569"/>
                </a:solidFill>
                <a:latin typeface="Microsoft JhengHei"/>
              </a:defRPr>
            </a:pPr>
            <a:r>
              <a:t>• 自定義條件 CSV 匯出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JhengHei"/>
              </a:defRPr>
            </a:pPr>
            <a:r>
              <a:t>PRIVACY &amp; SECURITY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資安與隱私機制：嚴格分級認證，全面保護病人隱私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🔐 帳號密碼登入驗證機制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300" b="1">
                <a:solidFill>
                  <a:srgbClr val="0284C7"/>
                </a:solidFill>
                <a:latin typeface="Microsoft JhengHei"/>
              </a:defRPr>
            </a:pPr>
            <a:r>
              <a:t>未登入者無法查看任何個案資料</a:t>
            </a:r>
          </a:p>
          <a:p>
            <a:pPr>
              <a:spcBef>
                <a:spcPts val="800"/>
              </a:spcBef>
              <a:defRPr sz="1250">
                <a:solidFill>
                  <a:srgbClr val="475569"/>
                </a:solidFill>
                <a:latin typeface="Microsoft JhengHei"/>
              </a:defRPr>
            </a:pPr>
            <a:r>
              <a:t>• 訪客/未登入狀態：僅開放 EMS 快速起單通報功能，案件清單卡片皆處於鎖定保護狀態。</a:t>
            </a:r>
          </a:p>
          <a:p>
            <a:pPr>
              <a:spcBef>
                <a:spcPts val="800"/>
              </a:spcBef>
              <a:defRPr sz="1250">
                <a:solidFill>
                  <a:srgbClr val="475569"/>
                </a:solidFill>
                <a:latin typeface="Microsoft JhengHei"/>
              </a:defRPr>
            </a:pPr>
            <a:r>
              <a:t>• 嚴格禁止未授權檢視：點擊未登入卡片立即跳出「🔐 請先登入才能查看完整案件內容」安全警示。</a:t>
            </a:r>
          </a:p>
          <a:p>
            <a:pPr>
              <a:spcBef>
                <a:spcPts val="800"/>
              </a:spcBef>
              <a:defRPr sz="1250">
                <a:solidFill>
                  <a:srgbClr val="475569"/>
                </a:solidFill>
                <a:latin typeface="Microsoft JhengHei"/>
              </a:defRPr>
            </a:pPr>
            <a:r>
              <a:t>• 醫療從業人員驗證：醫院端與衛生所同仁必須透過授權 Email 與專屬密碼登入，操作記錄留存備查。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🛡️ 病人個資遮罩與權限隔離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300" b="1">
                <a:solidFill>
                  <a:srgbClr val="059669"/>
                </a:solidFill>
                <a:latin typeface="Microsoft JhengHei"/>
              </a:defRPr>
            </a:pPr>
            <a:r>
              <a:t>身分證脫敏與角色分級控管</a:t>
            </a:r>
          </a:p>
          <a:p>
            <a:pPr>
              <a:spcBef>
                <a:spcPts val="800"/>
              </a:spcBef>
              <a:defRPr sz="1250">
                <a:solidFill>
                  <a:srgbClr val="475569"/>
                </a:solidFill>
                <a:latin typeface="Microsoft JhengHei"/>
              </a:defRPr>
            </a:pPr>
            <a:r>
              <a:t>• 個資動態脫敏：姓名（葉○宗）、身分證字號（F10****105）於前台列表自動進行遮罩處理。</a:t>
            </a:r>
          </a:p>
          <a:p>
            <a:pPr>
              <a:spcBef>
                <a:spcPts val="800"/>
              </a:spcBef>
              <a:defRPr sz="1250">
                <a:solidFill>
                  <a:srgbClr val="475569"/>
                </a:solidFill>
                <a:latin typeface="Microsoft JhengHei"/>
              </a:defRPr>
            </a:pPr>
            <a:r>
              <a:t>• 單位權限隔離：EMS 端、醫院急診端、衛生所端僅能編輯專屬職責區塊，防止跨權限竄改。</a:t>
            </a:r>
          </a:p>
          <a:p>
            <a:pPr>
              <a:spcBef>
                <a:spcPts val="800"/>
              </a:spcBef>
              <a:defRPr sz="1250">
                <a:solidFill>
                  <a:srgbClr val="475569"/>
                </a:solidFill>
                <a:latin typeface="Microsoft JhengHei"/>
              </a:defRPr>
            </a:pPr>
            <a:r>
              <a:t>• 平台管理員審核：帳號管理與權限指派僅限 Platform Admin 授權，保障資安合規。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JhengHei"/>
              </a:defRPr>
            </a:pPr>
            <a:r>
              <a:t>MODULE 1: EMS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模組一：EMS 院前通報端 —— 快速起單、智慧防呆與 LINE 推播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icrosoft JhengHei"/>
              </a:defRPr>
            </a:pPr>
            <a:r>
              <a:t>💬 起單自動 LINE 推播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救護人員按下「建立案件」瞬間，系統即刻透過 Webhook 傳送 LINE 訊息至醫院急診群組，通知院方提早整備應變。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📍 智慧行政里別定位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串接內政部國土測繪中心(NLSC)與 Google 地理圖資，輸入地址自動精準反查行政里別，省去繁瑣手動查表。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🚑 快速無名氏起單模式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針對路倒、身分不詳、意識不清之危急個案，提供一鍵快速起單面板，先行通報搶救黃金救治時間。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605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⚠️ 同日重複起單防呆彈窗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起單時若系統偵測到同病患於 24 小時內已有通報案件，主動彈窗提醒確認，避免同仁誤建重複出勤單。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JhengHei"/>
              </a:defRPr>
            </a:pPr>
            <a:r>
              <a:t>MODULE 2 &amp; 3: HOSPITAL &amp; HEALTH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模組二 &amp; 三：醫院端醫療回報與衛生所社區長照接力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🏥 醫院端（急診處置與 LINE 回報）</a:t>
            </a:r>
          </a:p>
          <a:p>
            <a:pPr>
              <a:spcBef>
                <a:spcPts val="800"/>
              </a:spcBef>
              <a:defRPr sz="1300" b="1">
                <a:solidFill>
                  <a:srgbClr val="10B981"/>
                </a:solidFill>
                <a:latin typeface="Microsoft JhengHei"/>
              </a:defRPr>
            </a:pPr>
            <a:r>
              <a:t>💬 醫院填單後 LINE 自動推播：急診回報後即時 LINE 通知衛生所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即時推播接收：WebSocket 秒級雙向連線，免手動重新整理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醫療動向分流：急診留觀、辦理住院、轉至他院、出院返家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檢查附件上傳：支援心電圖、檢查影像、病摘等照片與 PDF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登入編輯解鎖：具權限人員可進行二次編輯與修正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🏢 衛生所端（社區追蹤與長照接力）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出院個案無縫銜接：出院病患自動轉進待衛生所追蹤清單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社區長照訪視接力：公衛護理師進行電話追蹤或居家訪視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居家環境與處置評估：記錄防跌評估、長照資源介入情況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家訪照片表單留存：支援多張訪視紀錄與評估附件上傳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Microsoft JhengHei"/>
              </a:defRPr>
            </a:pPr>
            <a:r>
              <a:t>• 案件完整結案：確認後續照護無虞後完成全流程結案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JhengHei"/>
              </a:defRPr>
            </a:pPr>
            <a:r>
              <a:t>MODULE 4: ADMIN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模組四：後臺管理與決策分析系統 —— 監控、統計與資安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📊 即時 KPI 儀表板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即時統計全系統「案件總數、待醫院回報、處理中案件、已結案數」，隨時掌握救護流向。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⚠️ 14D 內重複送醫預警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以身分證自動勾稽，14 天內重複通報或跌倒個案自動標記警示標籤，鎖定高風險脆弱族群。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🔍 身分證複合即時檢索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支援按「身分證字號(PID)、案件編號、姓名、主訴、醫院、月份、里別」即時精準過濾。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📱 手機響應式抽屜卡片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手機端專用輕量摘要模式，點擊展開完整起單、醫院、衛生所三段式抽屜卡片，主管隨時查閱。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84048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02336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📥 多條件 CSV 報表匯出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可自選時間區間、指定行政里別，並自定義勾選匯出欄位，一鍵下載供長官分析統計。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84048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2336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JhengHei"/>
              </a:defRPr>
            </a:pPr>
            <a:r>
              <a:t>👥 嚴謹角色權限控管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內建 EMS、醫院端、衛生所端、平台管理員等多角色分級機制，符合醫療個資隱私規範。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JhengHei"/>
              </a:defRPr>
            </a:pPr>
            <a:r>
              <a:t>BENEFITS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實施效益與未來展望：打造智慧健康照護城市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LINE 即時通報零時差</a:t>
            </a:r>
          </a:p>
          <a:p>
            <a:pPr algn="ctr">
              <a:spcBef>
                <a:spcPts val="1600"/>
              </a:spcBef>
              <a:spcAft>
                <a:spcPts val="1600"/>
              </a:spcAft>
              <a:defRPr sz="2400" b="1">
                <a:solidFill>
                  <a:srgbClr val="10B981"/>
                </a:solidFill>
                <a:latin typeface="Microsoft JhengHei"/>
              </a:defRPr>
            </a:pPr>
            <a:r>
              <a:t>100%</a:t>
            </a:r>
          </a:p>
          <a:p>
            <a:pPr algn="ctr"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EMS 起單與醫院填單後自動 LINE 推播，打破跨單位公文延遲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個資保護與安全合規</a:t>
            </a:r>
          </a:p>
          <a:p>
            <a:pPr algn="ctr">
              <a:spcBef>
                <a:spcPts val="1600"/>
              </a:spcBef>
              <a:spcAft>
                <a:spcPts val="1600"/>
              </a:spcAft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最高規格</a:t>
            </a:r>
          </a:p>
          <a:p>
            <a:pPr algn="ctr"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未登入嚴禁查看個案，帳密分級驗證與個資遮罩脫敏，嚴格保護病人隱私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92024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重複個案主動掌握</a:t>
            </a:r>
          </a:p>
          <a:p>
            <a:pPr algn="ctr">
              <a:spcBef>
                <a:spcPts val="1600"/>
              </a:spcBef>
              <a:spcAft>
                <a:spcPts val="1600"/>
              </a:spcAft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零死角</a:t>
            </a:r>
          </a:p>
          <a:p>
            <a:pPr algn="ctr"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14 天重複送醫自動勾稽，及早介入社區長照防跌預防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92024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行政里別判定準確率</a:t>
            </a:r>
          </a:p>
          <a:p>
            <a:pPr algn="ctr">
              <a:spcBef>
                <a:spcPts val="1600"/>
              </a:spcBef>
              <a:spcAft>
                <a:spcPts val="1600"/>
              </a:spcAft>
              <a:defRPr sz="2400" b="1">
                <a:solidFill>
                  <a:srgbClr val="0284C7"/>
                </a:solidFill>
                <a:latin typeface="Microsoft JhengHei"/>
              </a:defRPr>
            </a:pPr>
            <a:r>
              <a:t>100%</a:t>
            </a:r>
          </a:p>
          <a:p>
            <a:pPr algn="ctr"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串接國家測繪圖資，徹底消弭人工抄寫與誤判誤差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